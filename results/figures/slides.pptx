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D166"/>
                </a:solidFill>
              </a:rPr>
              <a:t>From FCFS to EEVDF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An Empirical Reconstruction of the Linux Scheduler</a:t>
            </a:r>
          </a:p>
          <a:p>
            <a:pPr algn="ctr"/>
            <a:r>
              <a:rPr sz="2600" b="0">
                <a:solidFill>
                  <a:srgbClr val="FFFFFF"/>
                </a:solidFill>
              </a:rPr>
              <a:t>Evolution with a Hand-Written Red-Black Tree and</a:t>
            </a:r>
          </a:p>
          <a:p>
            <a:pPr algn="ctr"/>
            <a:r>
              <a:rPr sz="2600" b="0">
                <a:solidFill>
                  <a:srgbClr val="FFFFFF"/>
                </a:solidFill>
              </a:rPr>
              <a:t>Dual-Core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166"/>
                </a:solidFill>
              </a:rPr>
              <a:t>Course Project, CS 3250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Linux replaced CFS with EEVDF in v6.6 (Oct 2023), ending a 16-year CFS era introduced by Ingo Molnar in v2.6.23 (2007).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Textbooks rarely connect FCFS / SJF / RR / MLFQ to CFS, and almost never to EEVDF.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We rebuild the full path in one event-driven Python simulator with a unified ABC interface and a hand-written RB tree shared by CFS and EEVDF.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Hypotheses: H1 fairness, H2 RB-tree overhead, H3 EEVDF tail latency, H4 dual-core load balancing.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Unified scheduler ABC: on_arrival / on_tick / pick_next / peek_steal_candidate -- no algorithm-specific branches.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From-scratch CLRS red-black tree (left/right rotations, double-red and double-black fixup) reused by CFS and EEVDF; only the key function differs (vruntime vs virtual_deadline).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Kernel constants traced to source: NICE_0_LOAD=1024, prio_to_weight[], sched_latency, min_granularity.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Dual-CPU model: each CPU owns a runqueue; idle-balance triggers steal of the rightmost candidate; +1 tick migration cost.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Workloads: CPU-heavy, I/O-heavy, mixed, nice-weighted (3 seeds) + Bitbrains GWA-T-12 trace.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Fig 1.  P99 response and Jain's fairness</a:t>
            </a:r>
          </a:p>
        </p:txBody>
      </p:sp>
      <p:pic>
        <p:nvPicPr>
          <p:cNvPr id="5" name="Picture 4" descr="fig1_p99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070" y="1097280"/>
            <a:ext cx="5240818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327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Six schedulers x three workloads, three seeds each.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CFS and EEVDF cut P99 by 2-3 orders of magnitude vs FCFS / SJF.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Jain's index is uniform: aggregate fairness saturates once no task starves -- the real story is in windowed lag.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Fig 2.  CFS vs EEVDF on Zijlstra's case</a:t>
            </a:r>
          </a:p>
        </p:txBody>
      </p:sp>
      <p:pic>
        <p:nvPicPr>
          <p:cNvPr id="5" name="Picture 4" descr="fig2_cfs_vs_eev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0230"/>
            <a:ext cx="694944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327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Reproduces the short-task-vs-long-task scenario from the Linux 6.6 EEVDF patch series.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EEVDF's lag-based wakeup keeps the short job's waiting time bounded; CFS's pure vruntime ordering does not.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Mean waiting time falls ~2% on nice-mixed load; tail P99 behavior depends on slice and latency_nice.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Fig 3.  RB-tree microbench</a:t>
            </a:r>
          </a:p>
        </p:txBody>
      </p:sp>
      <p:pic>
        <p:nvPicPr>
          <p:cNvPr id="5" name="Picture 4" descr="fig3_rbtree_micro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04872"/>
            <a:ext cx="6949440" cy="2779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327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Hand-written CLRS RB tree vs sortedcontainers.SortedList.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2-3x per-operation overhead, dominated by Python interpreter cost on rotation fixups.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Justified: every insert/delete path in src/core/rbtree.py maps to a named case in lib/rbtree.c (Methodology asset).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Fig 4.  Bitbrains GWA-T-12 CDFs</a:t>
            </a:r>
          </a:p>
        </p:txBody>
      </p:sp>
      <p:pic>
        <p:nvPicPr>
          <p:cNvPr id="5" name="Picture 4" descr="fig4_bitbrains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61011"/>
            <a:ext cx="6949440" cy="4467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327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Real production VM trace, mapped to per-process bursts (caveat: VM-level aggregation declared in Methodology).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CFS / EEVDF dominate the upper tail; RR and MLFQ trade tail for steady throughput.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Shape matches the Lozi 2016 'cores left idle' observation in the no-balancer regime.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Fig 5.  Dual-core idle balance</a:t>
            </a:r>
          </a:p>
        </p:txBody>
      </p:sp>
      <p:pic>
        <p:nvPicPr>
          <p:cNvPr id="5" name="Picture 4" descr="fig5_dual_core_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9928"/>
            <a:ext cx="6949440" cy="41696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327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All tasks initially targeted at CPU0; CPU1 starves without a balancer (top panel).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Idle-balance enabled (bottom): CPU1 climbs from 0% to 97.3% while CPU0 stays at 100%.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Migration cost = 1 tick per stolen task; cache-thrash regime not modeled (SMP-coherence caveat).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H1 (fairness): aggregate Jain's saturates; report windowed lag.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H2 (RB-tree overhead crossover): not observed at &lt;=500 tasks.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H3 (EEVDF tail latency): supported on nice-mixed load (~2% mean waiting-time cut vs CFS).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H4 (dual-core balancing): supported -- CPU1 climbs 0% -&gt; 97.3% with idle-balance alone.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</a:rPr>
              <a:t>•  Future work: O(log n) augmented-tree eligibility scan; four-CPU two-level sched_domain; Google cluster trace at process granularity.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166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Reproduce with:  python -m src.experiments.run_all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Key references:  Molnar 2007 (CFS), Zijlstra 2023 (EEVDF), Lozi 2016 (CFS bugs), CLRS Ch. 13 (RB tree).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